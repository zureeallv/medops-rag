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9318dfcd9a481d" /><Relationship Type="http://schemas.openxmlformats.org/officeDocument/2006/relationships/extended-properties" Target="/docProps/app.xml" Id="Rf3912e3afd884e06" /><Relationship Type="http://schemas.openxmlformats.org/officeDocument/2006/relationships/officeDocument" Target="/ppt/presentation.xml" Id="R95ef42823e89487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00e42690fbf4ec1"/>
  </p:sldMasterIdLst>
  <p:notesMasterIdLst>
    <p:notesMasterId xmlns:r="http://schemas.openxmlformats.org/officeDocument/2006/relationships" r:id="R28759955798e4864"/>
  </p:notesMasterIdLst>
  <p:sldIdLst>
    <p:sldId xmlns:r="http://schemas.openxmlformats.org/officeDocument/2006/relationships" id="256" r:id="R2b4363c80cac466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607b9f4313435d" /><Relationship Type="http://schemas.openxmlformats.org/officeDocument/2006/relationships/slideMaster" Target="/ppt/slideMasters/slideMaster1.xml" Id="Rd00e42690fbf4ec1" /><Relationship Type="http://schemas.openxmlformats.org/officeDocument/2006/relationships/notesMaster" Target="/ppt/notesMasters/notesMaster1.xml" Id="R28759955798e4864" /><Relationship Type="http://schemas.openxmlformats.org/officeDocument/2006/relationships/presProps" Target="/ppt/presProps.xml" Id="R258c0b262d2547ab" /><Relationship Type="http://schemas.openxmlformats.org/officeDocument/2006/relationships/tableStyles" Target="/ppt/tableStyles.xml" Id="R7491f3b3dedb43ef" /><Relationship Type="http://schemas.openxmlformats.org/officeDocument/2006/relationships/slide" Target="/ppt/slides/slide1.xml" Id="R2b4363c80cac466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b2d926cfa94f3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d0896fc24b480d" /><Relationship Type="http://schemas.openxmlformats.org/officeDocument/2006/relationships/notesMaster" Target="/ppt/notesMasters/notesMaster1.xml" Id="Re0a88508a45c4ca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测试材料。背景资料：https://www.fda.gov/medical-devices/general-hospital-devices-and-supplies/infusion-pumps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9fb46b0e5b43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59c99ca0607462a" /><Relationship Type="http://schemas.openxmlformats.org/officeDocument/2006/relationships/slideLayout" Target="/ppt/slideLayouts/slideLayout1.xml" Id="Rc6be437d22fa44c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be437d22fa44c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6256b97a744a68" /><Relationship Type="http://schemas.openxmlformats.org/officeDocument/2006/relationships/image" Target="/ppt/media/image.png" Id="Rac76327e632140e8" /><Relationship Type="http://schemas.openxmlformats.org/officeDocument/2006/relationships/notesSlide" Target="/ppt/notesSlides/notesSlide1.xml" Id="Rab059621df0548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4FB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1D1E48-1CD4-443D-8D02-6EAD29E0D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140EF4-33C0-4094-B673-1CA66EA28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143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23B3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23B39"/>
                </a:solidFill>
                <a:latin typeface="Microsoft YaHei"/>
                <a:ea typeface="Microsoft YaHei"/>
                <a:cs typeface="Microsoft YaHei"/>
              </a:rPr>
              <a:t>输液泵上游阻塞告警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5CEF83-9F59-4019-B00F-D2AD86268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002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rPr>
              <a:t>培训要点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rPr>
              <a:t>• 确认输注已暂停并查看设备提示</a:t>
            </a:r>
          </a:p>
          <a:p xmlns:a="http://schemas.openxmlformats.org/drawingml/2006/main">
            <a:pPr>
              <a:def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rPr>
              <a:t>• 检查管路是否折叠、夹闭或受压</a:t>
            </a:r>
          </a:p>
          <a:p xmlns:a="http://schemas.openxmlformats.org/drawingml/2006/main">
            <a:pPr>
              <a:def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rPr>
              <a:t>• 按机构流程处理，无法排除时停用并报修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>
                <a:solidFill>
                  <a:srgbClr val="315C58"/>
                </a:solidFill>
                <a:latin typeface="Microsoft YaHei"/>
                <a:ea typeface="Microsoft YaHei"/>
                <a:cs typeface="Microsoft YaHei"/>
              </a:rPr>
              <a:t>教学演示，不替代说明书或院内流程。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6327e632140e8"/>
          <a:stretch xmlns:a="http://schemas.openxmlformats.org/drawingml/2006/main"/>
        </p:blipFill>
        <p:spPr>
          <a:xfrm xmlns:a="http://schemas.openxmlformats.org/drawingml/2006/main">
            <a:off x="6191250" y="952500"/>
            <a:ext cx="5238750" cy="41910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58AE92-6333-490F-BE47-BADAA34A2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953125"/>
            <a:ext cx="1066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B7A7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>
                <a:solidFill>
                  <a:srgbClr val="5B7A77"/>
                </a:solidFill>
                <a:latin typeface="Microsoft YaHei"/>
                <a:ea typeface="Microsoft YaHei"/>
                <a:cs typeface="Microsoft YaHei"/>
              </a:rPr>
              <a:t>MEDOPS RAG 多模态导入测试文件</a:t>
            </a:r>
          </a:p>
        </p:txBody>
      </p:sp>
    </p:spTree>
    <p:extLst>
      <p:ext uri="{BB962C8B-B14F-4D97-AF65-F5344CB8AC3E}">
        <p14:creationId xmlns:p14="http://schemas.microsoft.com/office/powerpoint/2010/main" val="9162068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2026-09-08T09:41:11.1810000Z</dcterms:created>
  <dcterms:modified xsi:type="dcterms:W3CDTF">2026-09-08T09:41:11.1810000Z</dcterms:modified>
</coreProperties>
</file>